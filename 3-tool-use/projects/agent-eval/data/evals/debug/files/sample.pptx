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27901-4E82-7C09-7D3B-89267255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329EC7-7C07-2162-F86A-42665D459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FEF39-8736-8BB0-B22F-328579F20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137D-2E1B-4A18-AE85-22CBA119AEA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E47ED-EBB4-E2DC-5E90-ED82FB51E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DF22-43F1-BECC-C59B-FE0A4E9DD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A2B2-4343-4821-B9C6-FC669E178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2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4006-4F9B-1C0A-8B58-FB8090A5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D2D34-F8FE-ED1D-8BCE-0DC2539B1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17999-EBD4-8509-D4FF-3A9B48E5B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137D-2E1B-4A18-AE85-22CBA119AEA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16EDE-0412-DE62-9A30-320C895C7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6664B-1C97-10FC-C7C4-444D1CE66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A2B2-4343-4821-B9C6-FC669E178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1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F8660-63B7-0F23-105E-E19E4C041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6102B-C605-F872-4239-EE733A5F8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79486-3CAF-D6B0-0D00-73858ECC2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137D-2E1B-4A18-AE85-22CBA119AEA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F3F24-C2AB-894B-B24B-19A139279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93656-D993-24A9-77FE-4EA21817B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A2B2-4343-4821-B9C6-FC669E178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63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728D5-AAF2-1B54-8CEF-6BBDE4DC5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DD6FE-C0BD-55FE-4AE0-C9B7A2C4D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F6962C-B0CC-8130-21C4-952184B5C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7CC54E-486F-6EEE-0225-817BFA160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137D-2E1B-4A18-AE85-22CBA119AEA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BD3AC-2662-3D17-2237-F81579FB0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0FDC6-15A0-5969-24EB-567EE7B8B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A2B2-4343-4821-B9C6-FC669E178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24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6CB95-7D89-F873-5156-C84757B25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DB3FA-E20D-1BC4-815B-E2E456A97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6A738-5EC7-2CD9-097D-1A8EDB84E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2BC3C-9138-0D51-0507-2DCC301EEE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E1551D-F996-E9BF-E826-0A0BF82F8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BD68A6-E10D-17E9-E55F-343B19888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137D-2E1B-4A18-AE85-22CBA119AEA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78D8BC-8DD2-4CD9-1F69-69B905D6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34FF52-25BA-78BF-3360-B0D051655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A2B2-4343-4821-B9C6-FC669E178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A485-C918-AA6C-782C-1CB319AD6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FEA19-9061-5DCA-E315-0E5FB5EB3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137D-2E1B-4A18-AE85-22CBA119AEA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D8EDD-4F84-E9A4-94BC-3983A3700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54BE2E-A225-0C7A-FE08-2316C942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A2B2-4343-4821-B9C6-FC669E178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6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2EF79F-D30B-253C-1E87-7B1E40D8E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137D-2E1B-4A18-AE85-22CBA119AEA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0DD36-446D-9FC3-2F18-7FE0AE813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8A8A2-C9C6-AC4E-28EF-CB8FEB27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A2B2-4343-4821-B9C6-FC669E178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09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D50CF-D4B0-EA31-AABC-E19AC5AEB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618A1-7644-CB73-17F8-E4225BB8D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8F9B9-9084-1B3E-E553-03DA6AF29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F728D-E260-11A6-ACF9-12F24EB46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137D-2E1B-4A18-AE85-22CBA119AEA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CCC4D-5E56-4C1D-B9DB-C7DECDA9F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7A5BB-7966-A572-165D-930BD7BE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A2B2-4343-4821-B9C6-FC669E178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628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E7B7-9C1B-55BD-BE32-4D33F33DD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DCD325-8B6C-EDDB-FE12-4476633AE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7749B-666B-D88E-2F38-B41CD5AAC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1D656-7863-40C2-61F0-D1724DD7C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137D-2E1B-4A18-AE85-22CBA119AEA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A8F16-6657-2BE5-AB08-3C0A8599C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61B97-FB86-0031-8A97-B4D94D2E8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A2B2-4343-4821-B9C6-FC669E178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68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CD168-6D3B-D7A4-46E7-94210724B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144667-E04F-B22F-7548-3024345F5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1848B-CBBB-5D06-9AFB-B087FC354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137D-2E1B-4A18-AE85-22CBA119AEA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C19AD-4DB0-9A6F-D417-2E753F0D1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9246C-8E1D-F8E5-BF35-B4AE12C08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A2B2-4343-4821-B9C6-FC669E178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72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CACBB0-8E3A-745E-EEC5-3BBD930642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6A5CFA-4A11-9512-648F-12492D3DC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3DE77-4640-57B4-4CC3-99374AD07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137D-2E1B-4A18-AE85-22CBA119AEA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CD43F-9C71-DA59-CB60-B201312A8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7361D-A373-C265-CEAD-CECDE07E9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A2B2-4343-4821-B9C6-FC669E178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7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C0299E-43CA-2E23-24E4-E31D9FF16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7A284-3957-E477-5AE4-59B6FA372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0A266-5387-3992-2D02-F140D3AEBD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7137D-2E1B-4A18-AE85-22CBA119AEAE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E5B1-C638-2126-203A-1817077CB3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2B6FF-71F4-4CE8-CC17-9A347A437C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0A2B2-4343-4821-B9C6-FC669E178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6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BE4BF8-E885-893C-93EF-97C1D8773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40233E-D657-2178-74FA-6675C243F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a sample PowerPoint file.</a:t>
            </a:r>
          </a:p>
        </p:txBody>
      </p:sp>
    </p:spTree>
    <p:extLst>
      <p:ext uri="{BB962C8B-B14F-4D97-AF65-F5344CB8AC3E}">
        <p14:creationId xmlns:p14="http://schemas.microsoft.com/office/powerpoint/2010/main" val="961585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Renze</dc:creator>
  <cp:lastModifiedBy>Matthew Renze</cp:lastModifiedBy>
  <cp:revision>1</cp:revision>
  <dcterms:created xsi:type="dcterms:W3CDTF">2025-09-26T01:48:32Z</dcterms:created>
  <dcterms:modified xsi:type="dcterms:W3CDTF">2025-09-26T01:49:25Z</dcterms:modified>
</cp:coreProperties>
</file>